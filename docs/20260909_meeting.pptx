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Talking Cues:
- Welcome the team; state the purpose: 20-min overview of what has been built, the architectural pillars, upstream tools, and next steps.
- Mention that this is Phase I / early Phase II delivery for FAIRwDDI WP3 ST3.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Talking Cues:
- Database Design &amp; Modeling: 15-table standard-agnostic schema, SQLite3 dev fallback, multilingual JSONB, and CESSDA ELSST R6 SKOS ingestion.
- Normalizing &amp; Hashing: Deterministic SHA-256 fingerprinting, order-independent set hashing, and canonical URN taxonomy.
- Corpus Harvesting: Harvested real-world DDI-L corpora (CLOSER 50M+ items in BaseX, CSO Ireland with 6,044 questions, MIDUS).
- Upstream Tools: Added Pydantic compiler to Colectica COGS, streaming parser in ddi-toolkit, and major DDI 3.3 -&gt; 4.0 parser.
- Staging &amp; Ingestion: Decoupled two-stage staging pipeline with StagedResourceNode, URNAlias, and MetadataQuarantine.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Talking Cues:
- Present the 15-table relational core and foreign-key architecture:
  1. Staging &amp; Audit Layer (Bottom Left): Entry point where raw metadata files arrive (`StagedImport` -&gt; `StagedResourceNode`, `URNAlias`, `MetadataQuarantine`).
  2. Concept Layer (Top Left): Theoretical anchoring with SKOS/ELSST concept hierarchies and `ConceptualVariable`.
  3. Organization Layer (Top Center): Study provenance (`Distributor` -&gt; `Collection` -&gt; `Subcollection`) and `VariableGroup`.
  4. Representation Layer (Bottom Center): Reusable Question Bank (`QuestionItem` + `Category` / `CodeList` -&gt; `RepresentedVariable`).
  5. Dataset Layer (Right): Physical realization (`StudyUnit` -&gt; `InstanceVariable` &lt;- `RepresentedVariable`).
- Highlight that every entity carries persistent URN, version, and SHA-256 content_hash.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Talking Cues:
- Decoupled ingestion: Stage 1 acknowledges uploads in seconds (&lt;1s) by storing raw node blobs; Stage 2 handles heavy relational resolution asynchronously.
- Duplicate uploads &amp; URNs: Explain that file SHA-256 prevents redundant ingestion passes, while URN reconciliation differentiates stable canonical IDs from randomized ones and routes conflicting metadata to quarantine.
- Standard &amp; profile diversity: Highlight that adapters handle DDI-L 3.2/3.3, DDI-C 2.5, DDI 4, and institutional profiling differences.
- Extensibility: Point out that the adapter design leaves the door open to emerging standards like DDI-CDI without modifying the core storage engine.
- Streaming memory bound: iterparse guarantees sub-50MB RAM usage even on multi-GB XML payloads.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Talking Cues:
- Phase II core subject: Emphasize that this entire slide outlines the architectural strategy to be developed, calibrated, and implemented during Phase II.
- Normalization: Explain that text normalization strips noise (spelling discrepancies, typographical quotes, whitespace, multilingual keys) prior to hashing.
- Matching by URN vs. by Content: Explain the dual strategy: URN-first matching when reliable identifiers exist; content-hash fallback for legacy DDI-C or unversioned inputs.
- Two-Tier &amp; Set Hashing: Atoms use text SHA-256; structures use child URN hashes; set hashing avoids false alarms on unordered answer options.
- URNAlias Bridge &amp; Quarantine: URNAlias acts as the glue for foreign IDs, while Quarantine prevents silent database corruption.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Talking Cues:
- Why ELSST: ELSST is the European standard thesaurus across CESSDA social science data archives.
- Hierarchy support: Depth filtering allows loading top-level domains or deep fine-grained classifications.
- Audit tooling: check-vocab provides instant reporting on loaded concepts and versions.
- Role in ReQuest: Allows searching variables across languages using standardized multilingual terms.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Talking Cues:
- Tooling standard: Emphasize that Colectica is the dominant software used by social science archives to author and manage DDI-L metadata.
- Corpus availability: Mention that the raw multi-GB XML files live locally / on research storage due to size and archive licensing terms, but can be shared as needed.
- Profile diversity: Explain that different stewards only populate specific subsets of DDI-L, requiring flexible profile handling.
- Relationship complexity: Mention that archives link variables and questions in 6 different structural ways, which our normalization engine simplifies.
- BaseX integration: Used BaseX as a high-speed XQuery research database to inspect 50M+ DDI XML nodes.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Talking Cues:
- COGS context: Colectica COGS is the official DDI 4 model compiler; our contribution enables direct compilation into typed Python Pydantic models.
- Ongoing iteration: Clarify that the DDI 4.0 model specifications and COGS code generation rules are actively being tweaked as we validate against real-world corpora.
- DDI-Toolkit decoupling: Parsing logic lives in dartfx-ddi as a reusable library and standalone CLI tool.
- Semantic bridging: Demonstrates how DDI 3.3 and DDI 4 can coexist seamlessly in a single unified pipeline.
- Reusability: Other CESSDA archives can reuse colectica-cogs and ddi-toolkit for their own projects.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Talking Cues:
- CLI ergonomics: Run fairwddi db to show environment diagnostics and help.
- DDL export: Point out that export-ddl generates standalone PostgreSQL 17 SQL for DBAs without needing Django.
- ELSST loader: Show how load-vocab ingests 3,470 multilingual concepts into the hierarchical Concept table.
- DBeaver demo: Switch to DBeaver to show live PostgreSQL tables populated with ELSST concepts and sample fixtures.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Talking Cues:
- Harvest scope: Emphasize that we have tested against real, diverse European and US social science archives.
- BaseX speed: Demonstrate how BaseX XML database indexes 50M+ DDI elements for sub-second structural exploration.
- Licensing note: Explain that corpora files are not in Git to respect repository size and copyright policies.
- Spreadsheet: Showcase cross-archive comparisons of QuestionItems, Categories, and CodeLists.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Talking Cues:
- Community value: Highlight that ddi-toolkit is a standalone, open-source library that solves high-performance DDI-L parsing for the wider community.
- Antigravity project demo: Show the codebase in the IDE, highlighting the ddilifecycle streaming architecture.
- Live CLI run: Execute dartfx-ddi ddil324 --stats to showcase instant metadata extraction and conversion to DDI 4.0 JSON.
- SIKT testing: Note that SIKT in Norway has also successfully validated the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Talking Cues:
- Ingestion live run: Run fairwddi import file on sample_cso.ddi33.xml, showing real-time Rich progress.
- Duplicate detection: Explain that re-uploading an existing file triggers an instant SHA-256 check avoiding duplicate staging records.
- URN handling: Mention how the staging engine validates URN uniqueness, maps cross-archive aliases, and isolates drifting definitions.
- Profiling: Explain how profiles/request.yaml extracts only question items and representations while ignoring unneeded administrative headers.
- Safety: Show that fairwddi import delete protects data integrity by checking relational foreign keys.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Talking Cues:
- Repo completeness: Give an overview of the codebase organization for CDSP developers and reviewers.
- Deliverables (7 specs): Highlight that all 7 Phase I specifications are fully written in deliverables/ (summary.md, database.md, glossary.md, cli_user_guide.md, hashing_algorithms.md, normalization.md, variable_question_relationships.md).
- Tooling: Point out that the repository includes automated testing, YAML profiles, ELSST vocabularies, and full documentation.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Talking Cues:
- Phase I (Audit &amp; Modeling | July 20 – Sept 30): Focuses on Livrable 1 (Rapport d'audit &amp; Schéma cible, due Oct 1). Initial schema draft and Stage 1 streaming staging ready for CDSP review.
- Phase II (Python Library &amp; DDI-L Export | Aug 17 – Oct 31): Focuses on Livrable 2 (Bibliothèque Python reQuest &amp; scripts for DDI-L import/export, strictly XSD compliant, due Nov 1).
- Phase III (Support &amp; Finalization | Oct 19 – Dec 18): Focuses on Livrable 3 (Dossier de clôture, due Dec 18), providing technical guidance and assisting CDSP with pre-production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Talking Cues:
- Coming up next: Mention the upcoming dartfx-ddi relationship command and emphasize that the target model is flexible based on feedback.
- Needs &amp; Decisions: Invite CDSP to use GitHub Discussions. Ask for feedback on whether the direction makes sense, which resources are high priority for ReQuest, and agree on practical normalization for Phase II.
- DDI-Codebook: Clarify that DDI-C is out of scope for ST3, but DataVerse Toolkit has already harvested data.sciencespo.fr to test DDI-C -&gt; DDI-L conversion pathways.
- Open floor for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What Has Been Done So Far</dc:title>
  <dc:subject>PptxGenJS Presentation</dc:subject>
  <dc:creator>Created by Marp</dc:creator>
  <cp:lastModifiedBy>Created by Marp</cp:lastModifiedBy>
  <cp:revision>1</cp:revision>
  <dcterms:created xsi:type="dcterms:W3CDTF">2026-09-09T15:32:43Z</dcterms:created>
  <dcterms:modified xsi:type="dcterms:W3CDTF">2026-09-09T15:32:43Z</dcterms:modified>
</cp:coreProperties>
</file>